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</p:sldIdLst>
  <p:sldSz cx="7559675" cy="1069181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70" y="60"/>
      </p:cViewPr>
      <p:guideLst>
        <p:guide orient="horz" pos="3367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Lehmann" userId="fc56fcad-0064-461b-852e-827d24523941" providerId="ADAL" clId="{6B9274AC-9E32-4B36-B12D-949DE319F1D8}"/>
    <pc:docChg chg="modSld">
      <pc:chgData name="Christian Lehmann" userId="fc56fcad-0064-461b-852e-827d24523941" providerId="ADAL" clId="{6B9274AC-9E32-4B36-B12D-949DE319F1D8}" dt="2026-01-21T10:48:06.144" v="8" actId="20577"/>
      <pc:docMkLst>
        <pc:docMk/>
      </pc:docMkLst>
      <pc:sldChg chg="modSp mod">
        <pc:chgData name="Christian Lehmann" userId="fc56fcad-0064-461b-852e-827d24523941" providerId="ADAL" clId="{6B9274AC-9E32-4B36-B12D-949DE319F1D8}" dt="2026-01-21T10:48:06.144" v="8" actId="20577"/>
        <pc:sldMkLst>
          <pc:docMk/>
          <pc:sldMk cId="961664527" sldId="256"/>
        </pc:sldMkLst>
        <pc:spChg chg="mod">
          <ac:chgData name="Christian Lehmann" userId="fc56fcad-0064-461b-852e-827d24523941" providerId="ADAL" clId="{6B9274AC-9E32-4B36-B12D-949DE319F1D8}" dt="2026-01-21T10:47:46.363" v="3" actId="255"/>
          <ac:spMkLst>
            <pc:docMk/>
            <pc:sldMk cId="961664527" sldId="256"/>
            <ac:spMk id="4" creationId="{F6DCED4E-54CE-1079-8330-5427604BD310}"/>
          </ac:spMkLst>
        </pc:spChg>
        <pc:spChg chg="mod">
          <ac:chgData name="Christian Lehmann" userId="fc56fcad-0064-461b-852e-827d24523941" providerId="ADAL" clId="{6B9274AC-9E32-4B36-B12D-949DE319F1D8}" dt="2026-01-21T10:48:06.144" v="8" actId="20577"/>
          <ac:spMkLst>
            <pc:docMk/>
            <pc:sldMk cId="961664527" sldId="256"/>
            <ac:spMk id="5" creationId="{9D3686C7-6334-DDE5-A025-A493F0A903A5}"/>
          </ac:spMkLst>
        </pc:spChg>
      </pc:sldChg>
      <pc:sldChg chg="modSp mod">
        <pc:chgData name="Christian Lehmann" userId="fc56fcad-0064-461b-852e-827d24523941" providerId="ADAL" clId="{6B9274AC-9E32-4B36-B12D-949DE319F1D8}" dt="2026-01-21T10:47:31.529" v="2" actId="255"/>
        <pc:sldMkLst>
          <pc:docMk/>
          <pc:sldMk cId="3653957217" sldId="257"/>
        </pc:sldMkLst>
        <pc:spChg chg="mod">
          <ac:chgData name="Christian Lehmann" userId="fc56fcad-0064-461b-852e-827d24523941" providerId="ADAL" clId="{6B9274AC-9E32-4B36-B12D-949DE319F1D8}" dt="2026-01-21T10:47:31.529" v="2" actId="255"/>
          <ac:spMkLst>
            <pc:docMk/>
            <pc:sldMk cId="3653957217" sldId="257"/>
            <ac:spMk id="6" creationId="{C08451C6-9609-398D-54C5-4A058F744E4A}"/>
          </ac:spMkLst>
        </pc:spChg>
      </pc:sldChg>
      <pc:sldChg chg="modSp mod">
        <pc:chgData name="Christian Lehmann" userId="fc56fcad-0064-461b-852e-827d24523941" providerId="ADAL" clId="{6B9274AC-9E32-4B36-B12D-949DE319F1D8}" dt="2026-01-21T10:47:23.281" v="1" actId="255"/>
        <pc:sldMkLst>
          <pc:docMk/>
          <pc:sldMk cId="3278978586" sldId="258"/>
        </pc:sldMkLst>
        <pc:spChg chg="mod">
          <ac:chgData name="Christian Lehmann" userId="fc56fcad-0064-461b-852e-827d24523941" providerId="ADAL" clId="{6B9274AC-9E32-4B36-B12D-949DE319F1D8}" dt="2026-01-21T10:47:15.188" v="0" actId="255"/>
          <ac:spMkLst>
            <pc:docMk/>
            <pc:sldMk cId="3278978586" sldId="258"/>
            <ac:spMk id="2" creationId="{66180DD3-01B9-C758-5FA1-A66CF349718A}"/>
          </ac:spMkLst>
        </pc:spChg>
        <pc:spChg chg="mod">
          <ac:chgData name="Christian Lehmann" userId="fc56fcad-0064-461b-852e-827d24523941" providerId="ADAL" clId="{6B9274AC-9E32-4B36-B12D-949DE319F1D8}" dt="2026-01-21T10:47:23.281" v="1" actId="255"/>
          <ac:spMkLst>
            <pc:docMk/>
            <pc:sldMk cId="3278978586" sldId="258"/>
            <ac:spMk id="3" creationId="{9AC4473B-6B06-770C-F117-30A08BB36BA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6288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1197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7325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29690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09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861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977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974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5102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02377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8444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9A825-850D-47CB-A677-E9E78BFD1E34}" type="datetimeFigureOut">
              <a:rPr lang="de-CH" smtClean="0"/>
              <a:t>21.01.2026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B8D1A-91CE-4C6E-9D7A-E3C9A07460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392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6DCED4E-54CE-1079-8330-5427604BD310}"/>
              </a:ext>
            </a:extLst>
          </p:cNvPr>
          <p:cNvSpPr txBox="1"/>
          <p:nvPr/>
        </p:nvSpPr>
        <p:spPr>
          <a:xfrm rot="10800000">
            <a:off x="835747" y="2192088"/>
            <a:ext cx="5888182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CH" sz="5600" dirty="0">
                <a:latin typeface="pixel_2" panose="00000400000000000000" pitchFamily="2" charset="0"/>
                <a:ea typeface="ES Allianz Extrabold" panose="00000900000000000000" pitchFamily="50" charset="0"/>
                <a:cs typeface="pixel_2" panose="00000400000000000000" pitchFamily="2" charset="0"/>
              </a:rPr>
              <a:t>WIESO?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D3686C7-6334-DDE5-A025-A493F0A903A5}"/>
              </a:ext>
            </a:extLst>
          </p:cNvPr>
          <p:cNvSpPr txBox="1"/>
          <p:nvPr/>
        </p:nvSpPr>
        <p:spPr>
          <a:xfrm>
            <a:off x="512617" y="6096451"/>
            <a:ext cx="5823383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CH" sz="2100" dirty="0">
                <a:latin typeface="Roboto Mono Medium" panose="00000009000000000000" pitchFamily="49" charset="0"/>
                <a:ea typeface="Roboto Mono Medium" panose="00000009000000000000" pitchFamily="49" charset="0"/>
              </a:rPr>
              <a:t>Deine Wahl </a:t>
            </a:r>
          </a:p>
          <a:p>
            <a:r>
              <a:rPr lang="de-CH" sz="2100" dirty="0" err="1">
                <a:latin typeface="Roboto Mono Medium" panose="00000009000000000000" pitchFamily="49" charset="0"/>
                <a:ea typeface="Roboto Mono Medium" panose="00000009000000000000" pitchFamily="49" charset="0"/>
              </a:rPr>
              <a:t>interesiert</a:t>
            </a:r>
            <a:r>
              <a:rPr lang="de-CH" sz="2100" dirty="0">
                <a:latin typeface="Roboto Mono Medium" panose="00000009000000000000" pitchFamily="49" charset="0"/>
                <a:ea typeface="Roboto Mono Medium" panose="00000009000000000000" pitchFamily="49" charset="0"/>
              </a:rPr>
              <a:t> uns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C29F1A5-CF7F-D6FD-0E0B-A8E4E78F8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1582" y="8839200"/>
            <a:ext cx="2685745" cy="138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64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C08451C6-9609-398D-54C5-4A058F744E4A}"/>
              </a:ext>
            </a:extLst>
          </p:cNvPr>
          <p:cNvSpPr txBox="1"/>
          <p:nvPr/>
        </p:nvSpPr>
        <p:spPr>
          <a:xfrm>
            <a:off x="868145" y="7712760"/>
            <a:ext cx="5823383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100" dirty="0">
                <a:latin typeface="Roboto Mono Medium" panose="00000009000000000000" pitchFamily="49" charset="0"/>
                <a:ea typeface="Roboto Mono Medium" panose="00000009000000000000" pitchFamily="49" charset="0"/>
              </a:rPr>
              <a:t>Welche Schüssel gefällt dir besser?</a:t>
            </a:r>
            <a:endParaRPr lang="de-CH" sz="2100" dirty="0">
              <a:latin typeface="Roboto Mono Medium" panose="00000009000000000000" pitchFamily="49" charset="0"/>
              <a:ea typeface="Roboto Mono Medium" panose="00000009000000000000" pitchFamily="49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1A53C30-6D07-3434-F35B-76EFB4C43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4839" y="9049545"/>
            <a:ext cx="1169698" cy="116969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18B1F5F-B597-2918-19DD-7B1404856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138" y="9049545"/>
            <a:ext cx="1169698" cy="116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957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6180DD3-01B9-C758-5FA1-A66CF349718A}"/>
              </a:ext>
            </a:extLst>
          </p:cNvPr>
          <p:cNvSpPr txBox="1"/>
          <p:nvPr/>
        </p:nvSpPr>
        <p:spPr>
          <a:xfrm>
            <a:off x="485774" y="2088682"/>
            <a:ext cx="6886575" cy="22467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CH" sz="5600" dirty="0">
                <a:latin typeface="pixel_2" panose="00000400000000000000" pitchFamily="2" charset="0"/>
                <a:ea typeface="ES Allianz Extrabold" panose="00000900000000000000" pitchFamily="50" charset="0"/>
                <a:cs typeface="pixel_2" panose="00000400000000000000" pitchFamily="2" charset="0"/>
              </a:rPr>
              <a:t>Nicht</a:t>
            </a:r>
          </a:p>
          <a:p>
            <a:pPr algn="ctr"/>
            <a:r>
              <a:rPr lang="de-CH" sz="5600" dirty="0" err="1">
                <a:latin typeface="pixel_2" panose="00000400000000000000" pitchFamily="2" charset="0"/>
                <a:ea typeface="ES Allianz Extrabold" panose="00000900000000000000" pitchFamily="50" charset="0"/>
                <a:cs typeface="pixel_2" panose="00000400000000000000" pitchFamily="2" charset="0"/>
              </a:rPr>
              <a:t>DrückeN</a:t>
            </a:r>
            <a:endParaRPr lang="de-CH" sz="5600" dirty="0">
              <a:latin typeface="pixel_2" panose="00000400000000000000" pitchFamily="2" charset="0"/>
              <a:ea typeface="ES Allianz Extrabold" panose="00000900000000000000" pitchFamily="50" charset="0"/>
              <a:cs typeface="pixel_2" panose="00000400000000000000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AC4473B-6B06-770C-F117-30A08BB36BAB}"/>
              </a:ext>
            </a:extLst>
          </p:cNvPr>
          <p:cNvSpPr txBox="1"/>
          <p:nvPr/>
        </p:nvSpPr>
        <p:spPr>
          <a:xfrm>
            <a:off x="485774" y="7436877"/>
            <a:ext cx="6886575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100" dirty="0">
                <a:latin typeface="Roboto Mono Medium" panose="00000009000000000000" pitchFamily="49" charset="0"/>
                <a:ea typeface="Roboto Mono Medium" panose="00000009000000000000" pitchFamily="49" charset="0"/>
              </a:rPr>
              <a:t>Gestalte dein Eigenes Plakat. </a:t>
            </a:r>
          </a:p>
          <a:p>
            <a:pPr algn="ctr"/>
            <a:r>
              <a:rPr lang="de-DE" sz="2100" dirty="0">
                <a:latin typeface="Roboto Mono Medium" panose="00000009000000000000" pitchFamily="49" charset="0"/>
                <a:ea typeface="Roboto Mono Medium" panose="00000009000000000000" pitchFamily="49" charset="0"/>
              </a:rPr>
              <a:t>Rettet das </a:t>
            </a:r>
            <a:r>
              <a:rPr lang="de-DE" sz="2100" dirty="0" err="1">
                <a:latin typeface="Roboto Mono Medium" panose="00000009000000000000" pitchFamily="49" charset="0"/>
                <a:ea typeface="Roboto Mono Medium" panose="00000009000000000000" pitchFamily="49" charset="0"/>
              </a:rPr>
              <a:t>Plüschtir</a:t>
            </a:r>
            <a:r>
              <a:rPr lang="de-DE" sz="2100" dirty="0">
                <a:latin typeface="Roboto Mono Medium" panose="00000009000000000000" pitchFamily="49" charset="0"/>
                <a:ea typeface="Roboto Mono Medium" panose="00000009000000000000" pitchFamily="49" charset="0"/>
              </a:rPr>
              <a:t>!</a:t>
            </a:r>
            <a:endParaRPr lang="de-CH" sz="2100" dirty="0">
              <a:latin typeface="Roboto Mono Medium" panose="00000009000000000000" pitchFamily="49" charset="0"/>
              <a:ea typeface="Roboto Mono Medium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978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612aa56-046f-4fbc-ba80-5b2b8fc707f8" xsi:nil="true"/>
    <lcf76f155ced4ddcb4097134ff3c332f xmlns="8fac57de-6408-4694-950e-86cdf937710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0C81F49EF15614288F3DA1AC8E61124" ma:contentTypeVersion="16" ma:contentTypeDescription="Ein neues Dokument erstellen." ma:contentTypeScope="" ma:versionID="7d955f4f984b845ec9b6bc8c8256fbc1">
  <xsd:schema xmlns:xsd="http://www.w3.org/2001/XMLSchema" xmlns:xs="http://www.w3.org/2001/XMLSchema" xmlns:p="http://schemas.microsoft.com/office/2006/metadata/properties" xmlns:ns2="8fac57de-6408-4694-950e-86cdf9377104" xmlns:ns3="2612aa56-046f-4fbc-ba80-5b2b8fc707f8" targetNamespace="http://schemas.microsoft.com/office/2006/metadata/properties" ma:root="true" ma:fieldsID="20564ea106cc84996d36273305ee4d29" ns2:_="" ns3:_="">
    <xsd:import namespace="8fac57de-6408-4694-950e-86cdf9377104"/>
    <xsd:import namespace="2612aa56-046f-4fbc-ba80-5b2b8fc707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ac57de-6408-4694-950e-86cdf93771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431eddd0-af4f-4c3a-bf7a-e980002278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12aa56-046f-4fbc-ba80-5b2b8fc707f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c5e5a6b-4e2e-41a9-8f49-996d7fa52db7}" ma:internalName="TaxCatchAll" ma:showField="CatchAllData" ma:web="2612aa56-046f-4fbc-ba80-5b2b8fc707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C709E9-A15B-4415-96C0-49BB765DD1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4003A9-1F20-4143-B5B4-CA15AAECA5A2}">
  <ds:schemaRefs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purl.org/dc/dcmitype/"/>
    <ds:schemaRef ds:uri="http://www.w3.org/XML/1998/namespace"/>
    <ds:schemaRef ds:uri="8fac57de-6408-4694-950e-86cdf9377104"/>
    <ds:schemaRef ds:uri="http://schemas.microsoft.com/office/infopath/2007/PartnerControls"/>
    <ds:schemaRef ds:uri="http://schemas.openxmlformats.org/package/2006/metadata/core-properties"/>
    <ds:schemaRef ds:uri="2612aa56-046f-4fbc-ba80-5b2b8fc707f8"/>
  </ds:schemaRefs>
</ds:datastoreItem>
</file>

<file path=customXml/itemProps3.xml><?xml version="1.0" encoding="utf-8"?>
<ds:datastoreItem xmlns:ds="http://schemas.openxmlformats.org/officeDocument/2006/customXml" ds:itemID="{E34858AB-3A5A-4DD6-ACBC-4939736D300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</Words>
  <Application>Microsoft Office PowerPoint</Application>
  <PresentationFormat>Benutzerdefiniert</PresentationFormat>
  <Paragraphs>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pixel_2</vt:lpstr>
      <vt:lpstr>Roboto Mono Medium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 Lui Wong</dc:creator>
  <cp:lastModifiedBy>Christian Lehmann</cp:lastModifiedBy>
  <cp:revision>2</cp:revision>
  <cp:lastPrinted>2025-05-27T10:00:39Z</cp:lastPrinted>
  <dcterms:created xsi:type="dcterms:W3CDTF">2025-04-30T09:34:38Z</dcterms:created>
  <dcterms:modified xsi:type="dcterms:W3CDTF">2026-01-21T10:48:15Z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0x010100F0C81F49EF15614288F3DA1AC8E61124</vt:lpwstr>
  </property>
  <property fmtid="{D5CDD505-2E9C-101B-9397-08002B2CF9AE}" pid="3" name="MediaServiceImageTags">
    <vt:lpwstr/>
  </property>
</Properties>
</file>